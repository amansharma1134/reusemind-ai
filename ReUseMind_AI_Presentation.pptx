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60400"/>
            <a:ext cx="7772400" cy="1470025"/>
          </a:xfrm>
        </p:spPr>
        <p:txBody>
          <a:bodyPr/>
          <a:lstStyle/>
          <a:p>
            <a:r>
              <a:rPr dirty="0"/>
              <a:t>ReUseMind AI ♻️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046514"/>
            <a:ext cx="6400800" cy="3962400"/>
          </a:xfrm>
        </p:spPr>
        <p:txBody>
          <a:bodyPr>
            <a:normAutofit lnSpcReduction="10000"/>
          </a:bodyPr>
          <a:lstStyle/>
          <a:p>
            <a:r>
              <a:rPr dirty="0">
                <a:solidFill>
                  <a:schemeClr val="tx1"/>
                </a:solidFill>
              </a:rPr>
              <a:t>Intelligent Product Reuse &amp; Repair Decision Assistant</a:t>
            </a:r>
          </a:p>
          <a:p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AI for Sustainability Virtual Internship</a:t>
            </a:r>
          </a:p>
          <a:p>
            <a:r>
              <a:rPr dirty="0">
                <a:solidFill>
                  <a:schemeClr val="tx1"/>
                </a:solidFill>
              </a:rPr>
              <a:t>(1M1B × IBM SkillsBuild × AICTE)</a:t>
            </a:r>
          </a:p>
          <a:p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Submitted by: Aman Sharma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Usable products are discarded too early</a:t>
            </a:r>
          </a:p>
          <a:p>
            <a:r>
              <a:t>• Decisions are driven by convenience, not sustainability</a:t>
            </a:r>
          </a:p>
          <a:p>
            <a:r>
              <a:t>• Existing systems focus on waste after disposal</a:t>
            </a:r>
          </a:p>
          <a:p>
            <a:endParaRPr/>
          </a:p>
          <a:p>
            <a:r>
              <a:t>Gap: No guidance before throwing items away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ReUseMind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• AI-powered decision-support assistant</a:t>
            </a:r>
          </a:p>
          <a:p>
            <a:r>
              <a:t>• Guides users to the most sustainable action</a:t>
            </a:r>
          </a:p>
          <a:p>
            <a:endParaRPr/>
          </a:p>
          <a:p>
            <a:r>
              <a:t>Recommendations:</a:t>
            </a:r>
          </a:p>
          <a:p>
            <a:r>
              <a:t>Reuse | Repair | Donate | Resell | Recycle (last option)</a:t>
            </a:r>
          </a:p>
          <a:p>
            <a:endParaRPr/>
          </a:p>
          <a:p>
            <a:r>
              <a:t>Focus: Waste prevention before disposal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Prompt Engineering</a:t>
            </a:r>
          </a:p>
          <a:p>
            <a:r>
              <a:t>• Decision-support logic</a:t>
            </a:r>
          </a:p>
          <a:p>
            <a:r>
              <a:t>• RAG-based reasoning</a:t>
            </a:r>
          </a:p>
          <a:p>
            <a:r>
              <a:t>• Sustainability-aware outputs</a:t>
            </a:r>
          </a:p>
          <a:p>
            <a:endParaRPr/>
          </a:p>
          <a:p>
            <a:r>
              <a:t>Responsible AI: No personal data, no bias, transparent reasoning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5868"/>
            <a:ext cx="8229600" cy="5004934"/>
          </a:xfrm>
        </p:spPr>
        <p:txBody>
          <a:bodyPr>
            <a:normAutofit fontScale="92500"/>
          </a:bodyPr>
          <a:lstStyle/>
          <a:p>
            <a:r>
              <a:rPr dirty="0"/>
              <a:t>Environmental:</a:t>
            </a:r>
          </a:p>
          <a:p>
            <a:r>
              <a:rPr dirty="0"/>
              <a:t>• Reduced landfill waste</a:t>
            </a:r>
          </a:p>
          <a:p>
            <a:r>
              <a:rPr dirty="0"/>
              <a:t>• Lower carbon footprint</a:t>
            </a:r>
          </a:p>
          <a:p>
            <a:endParaRPr dirty="0"/>
          </a:p>
          <a:p>
            <a:r>
              <a:rPr dirty="0"/>
              <a:t>Social:</a:t>
            </a:r>
          </a:p>
          <a:p>
            <a:r>
              <a:rPr dirty="0"/>
              <a:t>• Awareness of repair &amp; reuse culture</a:t>
            </a:r>
          </a:p>
          <a:p>
            <a:endParaRPr dirty="0"/>
          </a:p>
          <a:p>
            <a:r>
              <a:rPr dirty="0"/>
              <a:t>Economic:</a:t>
            </a:r>
          </a:p>
          <a:p>
            <a:r>
              <a:rPr dirty="0"/>
              <a:t>• Cost savings &amp; support for local repair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Future Scope:</a:t>
            </a:r>
          </a:p>
          <a:p>
            <a:r>
              <a:t>• Mobile app integration</a:t>
            </a:r>
          </a:p>
          <a:p>
            <a:r>
              <a:t>• Repair &amp; donation center mapping</a:t>
            </a:r>
          </a:p>
          <a:p>
            <a:r>
              <a:t>• Carbon footprint estimation</a:t>
            </a:r>
          </a:p>
          <a:p>
            <a:r>
              <a:t>• Multi-language support</a:t>
            </a:r>
          </a:p>
          <a:p>
            <a:endParaRPr/>
          </a:p>
          <a:p>
            <a:r>
              <a:t>Conclusion:</a:t>
            </a:r>
          </a:p>
          <a:p>
            <a:r>
              <a:t>ReUseMind AI promotes responsible consumption aligned with UN SDG 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194</Words>
  <Application>Microsoft Office PowerPoint</Application>
  <PresentationFormat>On-screen Show (4:3)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ReUseMind AI ♻️</vt:lpstr>
      <vt:lpstr>Problem Statement</vt:lpstr>
      <vt:lpstr>Solution: ReUseMind AI</vt:lpstr>
      <vt:lpstr>AI Methodology</vt:lpstr>
      <vt:lpstr>Expected Impact</vt:lpstr>
      <vt:lpstr>Future Scope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Aman Sharma</cp:lastModifiedBy>
  <cp:revision>2</cp:revision>
  <dcterms:created xsi:type="dcterms:W3CDTF">2013-01-27T09:14:16Z</dcterms:created>
  <dcterms:modified xsi:type="dcterms:W3CDTF">2026-01-18T05:58:03Z</dcterms:modified>
  <cp:category/>
</cp:coreProperties>
</file>